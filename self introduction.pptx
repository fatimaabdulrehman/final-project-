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  <p:sldId id="261" r:id="rId5"/>
    <p:sldId id="263" r:id="rId6"/>
    <p:sldId id="264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3BCFA-A440-417A-81F6-BC30134A2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F1AC0-A627-4DF6-A176-3446D6D1B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8AD06-F4F1-475B-A009-AF6D291F9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28F0E-C5DF-4279-9A8C-5145BF68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A156F-6203-4FFC-ADEA-1C67F49D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3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AFBA-DA36-4B29-982E-4535C39CE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C025-FFCE-4E98-9641-86ECFB908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670EE-365A-4948-AD2A-E6E0494DD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9DC04-1990-457A-A62D-A4AF9F0E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EDC54-F475-4F03-95C1-2445AE1E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3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80A8-25E6-4D4C-B562-DC7BFB21D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78939-ECA8-4011-A4D7-D4094583E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93FFE-5E10-4945-9532-DC54816A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EAB2C-27F0-4875-9A25-8B2ADFCB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8AFAE-D7BE-4131-8BDF-8DB60AFA9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23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4FE4-D78A-4713-8906-E88AA903A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5F9EC-4F56-4681-9C72-207509C14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E73F0-50AB-4755-8D9F-668AEF902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8F5B9-3D25-4E32-BA52-A9B02403D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A60EF-B901-4BAA-B855-D1C1E9FC6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F9743-ACB1-4FE5-B206-348F7028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2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8893-7E1F-48B0-8C2B-3A0EFF168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059AD-53E1-4BF4-811A-43997FBDF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6D47D-B0C7-4BD3-8BA2-79D7B2A07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BC55A2-DA4C-4048-8111-75348566D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50348-4D2C-4BF2-95D5-37670E25C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EA625C-1F93-46F7-BAC1-8C31CAE4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D9D89B-3253-43EC-94E3-085D49B5A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9F2D55-61AB-4584-9A09-23394718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8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BC1F-3732-410A-87E1-2518A843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F21BC6-7B07-4F3B-8BAB-6A2D4BEF5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F5142-CAC3-4525-952C-FA242B507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3A977-0DEA-4E9E-A591-EF81FDCC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5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BEAD0-3E03-4B58-BE06-1AC5DB3A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94791-AE66-428A-B502-20C8A81B4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F04DC-A898-4F05-ADC2-F4153D94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2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F65D-C700-4167-ADEF-6E3D6680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4171D-52CB-4794-94D6-1A57B22A5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C851E-696E-4873-8093-65DCC3E43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7653E-BCD9-40FC-89EA-041E27D1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6907C-1F19-4768-9E6A-B8156878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39B41-F4C0-43CC-93B5-206EF27D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4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7A6F9-D647-4B87-A13D-79F119DA6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134EDD-88E4-47F5-A320-62FD50D4B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3B00E-91D3-4E7C-A57F-A8C760804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DE45D-7BA0-4203-82BA-4CBF79D9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11198-9C4B-443B-AE71-06648B11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45D9F-4B01-4327-8EC3-82D34808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47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22B25-548A-4B9A-AB2E-2F3E7B9B8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0C2C0-58A1-45BC-AF4C-A2CFAC637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9036F-838A-47E6-8502-7E36A3264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AD13B-13AE-45BE-828B-4C835F021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B23AE-F358-4B8D-9EC5-891C17379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4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FED851-6CEC-494B-B842-82FBC0DFC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6D1F4-D5CD-4804-9E28-6A357EFA6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D7EDB-AE20-40E4-91DD-AB4374250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C31F0-8AF8-4FBF-99A8-07F09FDBE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2EC06-7320-4B87-903B-AB633BD8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2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6F7218-2E19-4DD7-AE81-5D4AD155F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D7C7C-975C-4A5A-842F-E59C46DAD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1A98C-967C-438B-853C-8E1A615347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9E2F1-C9C0-4DDB-B71D-44B61C5B68ED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05F65-8A5F-4FE8-8621-474667F0E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5238-3CAA-40A0-A362-B36B8799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0CC52-A5A9-4500-B7F2-3E7CB379C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0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A34CA49-A595-4CEE-BD39-DE122BC3687B}"/>
              </a:ext>
            </a:extLst>
          </p:cNvPr>
          <p:cNvSpPr/>
          <p:nvPr/>
        </p:nvSpPr>
        <p:spPr>
          <a:xfrm>
            <a:off x="8108548" y="2260375"/>
            <a:ext cx="3194613" cy="261487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1E2DC950-B8F7-4BC4-BDA5-4D354B84A8C4}"/>
              </a:ext>
            </a:extLst>
          </p:cNvPr>
          <p:cNvSpPr/>
          <p:nvPr/>
        </p:nvSpPr>
        <p:spPr>
          <a:xfrm>
            <a:off x="-285750" y="-76200"/>
            <a:ext cx="12896850" cy="7210425"/>
          </a:xfrm>
          <a:prstGeom prst="fram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C876E1-4C7E-40BF-99DE-DFBB14FFB8D2}"/>
              </a:ext>
            </a:extLst>
          </p:cNvPr>
          <p:cNvSpPr txBox="1"/>
          <p:nvPr/>
        </p:nvSpPr>
        <p:spPr>
          <a:xfrm>
            <a:off x="2343352" y="277301"/>
            <a:ext cx="1471437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gi" panose="04040504061007020D02" pitchFamily="82" charset="0"/>
              </a:rPr>
              <a:t>“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gi" panose="04040504061007020D02" pitchFamily="82" charset="0"/>
                <a:cs typeface="Aharoni" panose="02010803020104030203" pitchFamily="2" charset="-79"/>
              </a:rPr>
              <a:t>In the name of Allah, The most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gi" panose="04040504061007020D02" pitchFamily="82" charset="0"/>
                <a:cs typeface="Aharoni" panose="02010803020104030203" pitchFamily="2" charset="-79"/>
              </a:rPr>
              <a:t>Gracious,The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gi" panose="04040504061007020D02" pitchFamily="82" charset="0"/>
                <a:cs typeface="Aharoni" panose="02010803020104030203" pitchFamily="2" charset="-79"/>
              </a:rPr>
              <a:t> most merciful 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608D0B-5251-4D91-8EF9-1EE67368035D}"/>
              </a:ext>
            </a:extLst>
          </p:cNvPr>
          <p:cNvSpPr txBox="1"/>
          <p:nvPr/>
        </p:nvSpPr>
        <p:spPr>
          <a:xfrm>
            <a:off x="2793732" y="738966"/>
            <a:ext cx="67513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u="sng" dirty="0">
                <a:latin typeface="Arial Rounded MT Bold" panose="020F0704030504030204" pitchFamily="34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7198BD-0DE3-4A5B-A3D6-5AA9BEE28465}"/>
              </a:ext>
            </a:extLst>
          </p:cNvPr>
          <p:cNvSpPr txBox="1"/>
          <p:nvPr/>
        </p:nvSpPr>
        <p:spPr>
          <a:xfrm>
            <a:off x="888839" y="2566928"/>
            <a:ext cx="7048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Name:  Fatima.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Father name:  Abdul </a:t>
            </a:r>
            <a:r>
              <a:rPr lang="en-US" sz="2400" dirty="0" err="1"/>
              <a:t>rehman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From: Karachi , </a:t>
            </a:r>
            <a:r>
              <a:rPr lang="en-US" sz="2400" dirty="0" err="1"/>
              <a:t>liyari</a:t>
            </a:r>
            <a:r>
              <a:rPr lang="en-US" sz="2400" dirty="0"/>
              <a:t> town.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Age: 18 years old.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year of college (pre-medical).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 am currently </a:t>
            </a:r>
            <a:r>
              <a:rPr lang="en-US" sz="2400" dirty="0" err="1"/>
              <a:t>Cit</a:t>
            </a:r>
            <a:r>
              <a:rPr lang="en-US" sz="2400" dirty="0"/>
              <a:t> student.</a:t>
            </a:r>
            <a:endParaRPr lang="en-US" dirty="0"/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9E70E0C7-6301-480D-92FC-DF965FEFC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6370" y="2349660"/>
            <a:ext cx="2569579" cy="23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53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3D745B-A445-404B-9DE6-ED178B57CA29}"/>
              </a:ext>
            </a:extLst>
          </p:cNvPr>
          <p:cNvSpPr txBox="1"/>
          <p:nvPr/>
        </p:nvSpPr>
        <p:spPr>
          <a:xfrm>
            <a:off x="176212" y="-36552"/>
            <a:ext cx="11506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Arial Rounded MT Bold" panose="020F0704030504030204" pitchFamily="34" charset="0"/>
              </a:rPr>
              <a:t>Personality traits: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6B420-8938-4EDD-99F5-24DEADA3BAA5}"/>
              </a:ext>
            </a:extLst>
          </p:cNvPr>
          <p:cNvSpPr txBox="1"/>
          <p:nvPr/>
        </p:nvSpPr>
        <p:spPr>
          <a:xfrm>
            <a:off x="390525" y="1009655"/>
            <a:ext cx="782954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Hard working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Creative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Social anxiety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Nervousness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C33E2-A49F-4487-93DB-BDD0E0FF82F9}"/>
              </a:ext>
            </a:extLst>
          </p:cNvPr>
          <p:cNvSpPr txBox="1"/>
          <p:nvPr/>
        </p:nvSpPr>
        <p:spPr>
          <a:xfrm>
            <a:off x="96699" y="2651880"/>
            <a:ext cx="43338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u="sng" dirty="0">
                <a:latin typeface="Arial Rounded MT Bold" panose="020F0704030504030204" pitchFamily="34" charset="0"/>
              </a:rPr>
              <a:t>Hobbies: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1AD1D-46A7-4429-B411-A85F9016741B}"/>
              </a:ext>
            </a:extLst>
          </p:cNvPr>
          <p:cNvSpPr txBox="1"/>
          <p:nvPr/>
        </p:nvSpPr>
        <p:spPr>
          <a:xfrm>
            <a:off x="190465" y="3809538"/>
            <a:ext cx="52101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Calligrapghy</a:t>
            </a: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Drawing sketches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reading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3CA11-DA3D-4A27-883A-BDC7BA734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041" y="2891968"/>
            <a:ext cx="2346960" cy="18351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AE76BD-4F4E-4BF9-BEF4-FE3C4189D0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022" y="3205878"/>
            <a:ext cx="2037019" cy="2039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560113-7930-4C14-8F85-FF4656E409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53" y="2651880"/>
            <a:ext cx="2065020" cy="20176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114434-B90B-4D53-A24B-FC3D0DFC8A5E}"/>
              </a:ext>
            </a:extLst>
          </p:cNvPr>
          <p:cNvSpPr txBox="1"/>
          <p:nvPr/>
        </p:nvSpPr>
        <p:spPr>
          <a:xfrm>
            <a:off x="96699" y="4669513"/>
            <a:ext cx="56933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u="sng" dirty="0">
                <a:latin typeface="Arial Rounded MT Bold" panose="020F0704030504030204" pitchFamily="34" charset="0"/>
              </a:rPr>
              <a:t>Interest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936E6-5D69-48B0-950A-1257C3A64D31}"/>
              </a:ext>
            </a:extLst>
          </p:cNvPr>
          <p:cNvSpPr txBox="1"/>
          <p:nvPr/>
        </p:nvSpPr>
        <p:spPr>
          <a:xfrm>
            <a:off x="190465" y="6033052"/>
            <a:ext cx="3725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food</a:t>
            </a:r>
          </a:p>
        </p:txBody>
      </p:sp>
    </p:spTree>
    <p:extLst>
      <p:ext uri="{BB962C8B-B14F-4D97-AF65-F5344CB8AC3E}">
        <p14:creationId xmlns:p14="http://schemas.microsoft.com/office/powerpoint/2010/main" val="81013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AD5DC6-E28F-4166-87E5-56657A706C3F}"/>
              </a:ext>
            </a:extLst>
          </p:cNvPr>
          <p:cNvSpPr txBox="1"/>
          <p:nvPr/>
        </p:nvSpPr>
        <p:spPr>
          <a:xfrm>
            <a:off x="2876550" y="443597"/>
            <a:ext cx="8115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u="sng" dirty="0">
                <a:latin typeface="Arial Rounded MT Bold" panose="020F0704030504030204" pitchFamily="34" charset="0"/>
              </a:rPr>
              <a:t>Achievements: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7F1A7-5932-4D3F-B864-59F84E183327}"/>
              </a:ext>
            </a:extLst>
          </p:cNvPr>
          <p:cNvSpPr txBox="1"/>
          <p:nvPr/>
        </p:nvSpPr>
        <p:spPr>
          <a:xfrm>
            <a:off x="2381251" y="2819579"/>
            <a:ext cx="10620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>
                <a:latin typeface="Arial Rounded MT Bold" panose="020F0704030504030204" pitchFamily="34" charset="0"/>
              </a:rPr>
              <a:t>Skills learned in this course: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A008F-C75B-423B-8523-E716488F5C2F}"/>
              </a:ext>
            </a:extLst>
          </p:cNvPr>
          <p:cNvSpPr txBox="1"/>
          <p:nvPr/>
        </p:nvSpPr>
        <p:spPr>
          <a:xfrm>
            <a:off x="3124200" y="4118105"/>
            <a:ext cx="5448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MS office , Excel.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Presentations in ppt.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84814-BC1F-4CA3-83B0-93FD1A380CEC}"/>
              </a:ext>
            </a:extLst>
          </p:cNvPr>
          <p:cNvSpPr txBox="1"/>
          <p:nvPr/>
        </p:nvSpPr>
        <p:spPr>
          <a:xfrm>
            <a:off x="3184359" y="1677754"/>
            <a:ext cx="4098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Computer confidence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First place in Calligraphy .</a:t>
            </a:r>
          </a:p>
        </p:txBody>
      </p:sp>
      <p:pic>
        <p:nvPicPr>
          <p:cNvPr id="5" name="Graphic 4" descr="Programmer">
            <a:extLst>
              <a:ext uri="{FF2B5EF4-FFF2-40B4-BE49-F238E27FC236}">
                <a16:creationId xmlns:a16="http://schemas.microsoft.com/office/drawing/2014/main" id="{62DBFF78-B73F-481B-8160-22155A5DC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0180" y="808556"/>
            <a:ext cx="1112520" cy="1012308"/>
          </a:xfrm>
          <a:prstGeom prst="rect">
            <a:avLst/>
          </a:prstGeom>
        </p:spPr>
      </p:pic>
      <p:pic>
        <p:nvPicPr>
          <p:cNvPr id="11" name="Graphic 10" descr="Computer">
            <a:extLst>
              <a:ext uri="{FF2B5EF4-FFF2-40B4-BE49-F238E27FC236}">
                <a16:creationId xmlns:a16="http://schemas.microsoft.com/office/drawing/2014/main" id="{8E50AFC8-051D-4FAD-810F-A40FE1D35E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160" y="3961404"/>
            <a:ext cx="1277302" cy="1311980"/>
          </a:xfrm>
          <a:prstGeom prst="rect">
            <a:avLst/>
          </a:prstGeom>
        </p:spPr>
      </p:pic>
      <p:pic>
        <p:nvPicPr>
          <p:cNvPr id="13" name="Graphic 12" descr="Easel">
            <a:extLst>
              <a:ext uri="{FF2B5EF4-FFF2-40B4-BE49-F238E27FC236}">
                <a16:creationId xmlns:a16="http://schemas.microsoft.com/office/drawing/2014/main" id="{11CE1180-DFAB-477B-B731-3603C45D59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47461" y="1814068"/>
            <a:ext cx="1038700" cy="101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99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1ABD9D-D769-48EB-922D-CA82B577EA1E}"/>
              </a:ext>
            </a:extLst>
          </p:cNvPr>
          <p:cNvSpPr txBox="1"/>
          <p:nvPr/>
        </p:nvSpPr>
        <p:spPr>
          <a:xfrm>
            <a:off x="2209800" y="209550"/>
            <a:ext cx="9610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latin typeface="Arial Rounded MT Bold" panose="020F0704030504030204" pitchFamily="34" charset="0"/>
              </a:rPr>
              <a:t>Favorite topic / tool </a:t>
            </a:r>
            <a:r>
              <a:rPr lang="en-US" sz="5400" b="1" u="sng" dirty="0">
                <a:latin typeface="Arial Rounded MT Bold" panose="020F0704030504030204" pitchFamily="34" charset="0"/>
              </a:rPr>
              <a:t>:</a:t>
            </a:r>
          </a:p>
        </p:txBody>
      </p:sp>
      <p:pic>
        <p:nvPicPr>
          <p:cNvPr id="4" name="Graphic 3" descr="Star">
            <a:extLst>
              <a:ext uri="{FF2B5EF4-FFF2-40B4-BE49-F238E27FC236}">
                <a16:creationId xmlns:a16="http://schemas.microsoft.com/office/drawing/2014/main" id="{6952AC21-0FF5-4992-A2DC-12A05D3E2A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8005" y="85084"/>
            <a:ext cx="914400" cy="1015663"/>
          </a:xfrm>
          <a:prstGeom prst="rect">
            <a:avLst/>
          </a:prstGeom>
        </p:spPr>
      </p:pic>
      <p:pic>
        <p:nvPicPr>
          <p:cNvPr id="5" name="Graphic 4" descr="Star">
            <a:extLst>
              <a:ext uri="{FF2B5EF4-FFF2-40B4-BE49-F238E27FC236}">
                <a16:creationId xmlns:a16="http://schemas.microsoft.com/office/drawing/2014/main" id="{E218EF7B-643B-44D5-9A34-80F1B39DB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1202" y="542283"/>
            <a:ext cx="772933" cy="682930"/>
          </a:xfrm>
          <a:prstGeom prst="rect">
            <a:avLst/>
          </a:prstGeom>
        </p:spPr>
      </p:pic>
      <p:pic>
        <p:nvPicPr>
          <p:cNvPr id="6" name="Graphic 5" descr="Star">
            <a:extLst>
              <a:ext uri="{FF2B5EF4-FFF2-40B4-BE49-F238E27FC236}">
                <a16:creationId xmlns:a16="http://schemas.microsoft.com/office/drawing/2014/main" id="{41641A5D-27BC-4E5F-9830-A4BDBB521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1200" y="841847"/>
            <a:ext cx="914400" cy="10156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2C9171-78CF-41E5-A5F9-B6CA273F9FEE}"/>
              </a:ext>
            </a:extLst>
          </p:cNvPr>
          <p:cNvSpPr txBox="1"/>
          <p:nvPr/>
        </p:nvSpPr>
        <p:spPr>
          <a:xfrm>
            <a:off x="6876107" y="2368498"/>
            <a:ext cx="4025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Arial Rounded MT Bold" panose="020F0704030504030204" pitchFamily="34" charset="0"/>
              </a:rPr>
              <a:t>MS power point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7C07FD-2E93-4C1C-B95B-38789EFF574B}"/>
              </a:ext>
            </a:extLst>
          </p:cNvPr>
          <p:cNvSpPr txBox="1"/>
          <p:nvPr/>
        </p:nvSpPr>
        <p:spPr>
          <a:xfrm>
            <a:off x="1290798" y="2368498"/>
            <a:ext cx="4249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Arial Rounded MT Bold" panose="020F0704030504030204" pitchFamily="34" charset="0"/>
              </a:rPr>
              <a:t>Presentations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81A666-D6B4-4CBF-AB5C-C33C0079FF71}"/>
              </a:ext>
            </a:extLst>
          </p:cNvPr>
          <p:cNvCxnSpPr/>
          <p:nvPr/>
        </p:nvCxnSpPr>
        <p:spPr>
          <a:xfrm>
            <a:off x="5800165" y="1541929"/>
            <a:ext cx="0" cy="38368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48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D16B40-8F2F-4408-BF56-47CE429954A7}"/>
              </a:ext>
            </a:extLst>
          </p:cNvPr>
          <p:cNvSpPr txBox="1"/>
          <p:nvPr/>
        </p:nvSpPr>
        <p:spPr>
          <a:xfrm>
            <a:off x="2076450" y="581025"/>
            <a:ext cx="9363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u="sng" dirty="0" err="1">
                <a:latin typeface="Arial Rounded MT Bold" panose="020F0704030504030204" pitchFamily="34" charset="0"/>
              </a:rPr>
              <a:t>Strenghts</a:t>
            </a:r>
            <a:r>
              <a:rPr lang="en-US" sz="5400" b="1" u="sng" dirty="0">
                <a:latin typeface="Arial Rounded MT Bold" panose="020F0704030504030204" pitchFamily="34" charset="0"/>
              </a:rPr>
              <a:t> and Weakness</a:t>
            </a:r>
            <a:r>
              <a:rPr lang="en-US" sz="5400" dirty="0">
                <a:latin typeface="Arial Rounded MT Bold" panose="020F0704030504030204" pitchFamily="34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791493-00E3-478D-B8AD-BD376AE9970A}"/>
              </a:ext>
            </a:extLst>
          </p:cNvPr>
          <p:cNvSpPr txBox="1"/>
          <p:nvPr/>
        </p:nvSpPr>
        <p:spPr>
          <a:xfrm>
            <a:off x="6757986" y="2271031"/>
            <a:ext cx="45434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Introvert.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Anxious.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Easily distracted by phone/social media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Communication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Forgetful.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45A50E-96DC-4A70-A3FA-77065BCCA6D1}"/>
              </a:ext>
            </a:extLst>
          </p:cNvPr>
          <p:cNvCxnSpPr>
            <a:cxnSpLocks/>
          </p:cNvCxnSpPr>
          <p:nvPr/>
        </p:nvCxnSpPr>
        <p:spPr>
          <a:xfrm>
            <a:off x="6096000" y="1990725"/>
            <a:ext cx="0" cy="35528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2CE0510-990E-45E7-A085-F1F18C3F5EE4}"/>
              </a:ext>
            </a:extLst>
          </p:cNvPr>
          <p:cNvSpPr txBox="1"/>
          <p:nvPr/>
        </p:nvSpPr>
        <p:spPr>
          <a:xfrm>
            <a:off x="1584433" y="2505670"/>
            <a:ext cx="372854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Honest.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Positive attitude.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D96B4F18-CA42-45D0-9757-1A571A711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9585" y="3548049"/>
            <a:ext cx="583393" cy="463475"/>
          </a:xfrm>
          <a:prstGeom prst="rect">
            <a:avLst/>
          </a:prstGeom>
        </p:spPr>
      </p:pic>
      <p:pic>
        <p:nvPicPr>
          <p:cNvPr id="9" name="Graphic 8" descr="Smart Phone">
            <a:extLst>
              <a:ext uri="{FF2B5EF4-FFF2-40B4-BE49-F238E27FC236}">
                <a16:creationId xmlns:a16="http://schemas.microsoft.com/office/drawing/2014/main" id="{8D394DB7-08DB-4C7B-9F94-684DA1D91E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7082" y="5270808"/>
            <a:ext cx="824737" cy="784412"/>
          </a:xfrm>
          <a:prstGeom prst="rect">
            <a:avLst/>
          </a:prstGeom>
        </p:spPr>
      </p:pic>
      <p:pic>
        <p:nvPicPr>
          <p:cNvPr id="12" name="Graphic 11" descr="Receiver">
            <a:extLst>
              <a:ext uri="{FF2B5EF4-FFF2-40B4-BE49-F238E27FC236}">
                <a16:creationId xmlns:a16="http://schemas.microsoft.com/office/drawing/2014/main" id="{7B58D074-607F-423D-8563-6BD23B7276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3377" y="5270808"/>
            <a:ext cx="616322" cy="66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29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D2B9F1-C268-4AD7-81DF-E45B07DDF9BA}"/>
              </a:ext>
            </a:extLst>
          </p:cNvPr>
          <p:cNvSpPr txBox="1"/>
          <p:nvPr/>
        </p:nvSpPr>
        <p:spPr>
          <a:xfrm>
            <a:off x="3067050" y="-200025"/>
            <a:ext cx="9960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u="sng" dirty="0">
                <a:latin typeface="Arial Rounded MT Bold" panose="020F0704030504030204" pitchFamily="34" charset="0"/>
              </a:rPr>
              <a:t>Future Goals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79F61-B5A8-4C73-BB8F-9255A03A5B54}"/>
              </a:ext>
            </a:extLst>
          </p:cNvPr>
          <p:cNvSpPr txBox="1"/>
          <p:nvPr/>
        </p:nvSpPr>
        <p:spPr>
          <a:xfrm>
            <a:off x="419100" y="1057275"/>
            <a:ext cx="7915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To become cardiologist.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Learning new things as much I want to.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B4121B-A013-45E7-BF43-B218540A7622}"/>
              </a:ext>
            </a:extLst>
          </p:cNvPr>
          <p:cNvSpPr txBox="1"/>
          <p:nvPr/>
        </p:nvSpPr>
        <p:spPr>
          <a:xfrm>
            <a:off x="1476374" y="2800350"/>
            <a:ext cx="8315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u="sng" dirty="0">
                <a:latin typeface="Arial Rounded MT Bold" panose="020F0704030504030204" pitchFamily="34" charset="0"/>
              </a:rPr>
              <a:t>Role Model / Inspiration: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AE9C9-2A9B-49EA-A5CF-1B8EC4BBF625}"/>
              </a:ext>
            </a:extLst>
          </p:cNvPr>
          <p:cNvSpPr txBox="1"/>
          <p:nvPr/>
        </p:nvSpPr>
        <p:spPr>
          <a:xfrm>
            <a:off x="695325" y="4215676"/>
            <a:ext cx="3352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My sister.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Parents. </a:t>
            </a:r>
          </a:p>
        </p:txBody>
      </p:sp>
      <p:pic>
        <p:nvPicPr>
          <p:cNvPr id="11" name="Graphic 10" descr="Stethoscope">
            <a:extLst>
              <a:ext uri="{FF2B5EF4-FFF2-40B4-BE49-F238E27FC236}">
                <a16:creationId xmlns:a16="http://schemas.microsoft.com/office/drawing/2014/main" id="{097220FF-BCE6-4B25-90AF-C2C6D3788C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7299" y="400306"/>
            <a:ext cx="914400" cy="914400"/>
          </a:xfrm>
          <a:prstGeom prst="rect">
            <a:avLst/>
          </a:prstGeom>
        </p:spPr>
      </p:pic>
      <p:pic>
        <p:nvPicPr>
          <p:cNvPr id="13" name="Graphic 12" descr="Doctor">
            <a:extLst>
              <a:ext uri="{FF2B5EF4-FFF2-40B4-BE49-F238E27FC236}">
                <a16:creationId xmlns:a16="http://schemas.microsoft.com/office/drawing/2014/main" id="{3EA4C26A-4BE1-4E3B-9053-CFB91BE5F3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499" y="1093803"/>
            <a:ext cx="1577788" cy="1642468"/>
          </a:xfrm>
          <a:prstGeom prst="rect">
            <a:avLst/>
          </a:prstGeom>
        </p:spPr>
      </p:pic>
      <p:pic>
        <p:nvPicPr>
          <p:cNvPr id="15" name="Graphic 14" descr="Female Profile">
            <a:extLst>
              <a:ext uri="{FF2B5EF4-FFF2-40B4-BE49-F238E27FC236}">
                <a16:creationId xmlns:a16="http://schemas.microsoft.com/office/drawing/2014/main" id="{01BBDD36-B030-470D-991D-3BFC299CD0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0025" y="4375336"/>
            <a:ext cx="1772209" cy="14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9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957B9D-AA81-4D21-B55F-0BE58DC2BC43}"/>
              </a:ext>
            </a:extLst>
          </p:cNvPr>
          <p:cNvSpPr txBox="1"/>
          <p:nvPr/>
        </p:nvSpPr>
        <p:spPr>
          <a:xfrm>
            <a:off x="2510620" y="586770"/>
            <a:ext cx="10405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Edwardian Script ITC" panose="030303020407070D0804" pitchFamily="66" charset="0"/>
              </a:rPr>
              <a:t> </a:t>
            </a:r>
            <a:r>
              <a:rPr lang="en-US" sz="5400" b="1" u="sng" dirty="0">
                <a:latin typeface="Arial Rounded MT Bold" panose="020F0704030504030204" pitchFamily="34" charset="0"/>
              </a:rPr>
              <a:t>Closing /Fun fact: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B52E9-5A40-4377-9C9A-E90F61FB9B88}"/>
              </a:ext>
            </a:extLst>
          </p:cNvPr>
          <p:cNvSpPr txBox="1"/>
          <p:nvPr/>
        </p:nvSpPr>
        <p:spPr>
          <a:xfrm>
            <a:off x="3038475" y="1847850"/>
            <a:ext cx="50387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 knew 3 languages &amp; learned 4th one and love to spend time with my best friend.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Most of things in my slides are lies but I wont tell you which one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389D7-16EC-473F-BA67-CEAE69465FE1}"/>
              </a:ext>
            </a:extLst>
          </p:cNvPr>
          <p:cNvSpPr txBox="1"/>
          <p:nvPr/>
        </p:nvSpPr>
        <p:spPr>
          <a:xfrm>
            <a:off x="3705225" y="6118830"/>
            <a:ext cx="5605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Gigi" panose="04040504061007020D02" pitchFamily="82" charset="0"/>
              </a:rPr>
              <a:t>*Thank you for listening.*</a:t>
            </a:r>
          </a:p>
        </p:txBody>
      </p:sp>
      <p:pic>
        <p:nvPicPr>
          <p:cNvPr id="6" name="Graphic 5" descr="Winking face with solid fill">
            <a:extLst>
              <a:ext uri="{FF2B5EF4-FFF2-40B4-BE49-F238E27FC236}">
                <a16:creationId xmlns:a16="http://schemas.microsoft.com/office/drawing/2014/main" id="{221F81AA-39A7-4B4C-AC67-F84BE5B78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9219" y="3313151"/>
            <a:ext cx="590308" cy="501313"/>
          </a:xfrm>
          <a:prstGeom prst="rect">
            <a:avLst/>
          </a:prstGeom>
        </p:spPr>
      </p:pic>
      <p:pic>
        <p:nvPicPr>
          <p:cNvPr id="8" name="Graphic 7" descr="Angel face with no fill">
            <a:extLst>
              <a:ext uri="{FF2B5EF4-FFF2-40B4-BE49-F238E27FC236}">
                <a16:creationId xmlns:a16="http://schemas.microsoft.com/office/drawing/2014/main" id="{C74DB086-0203-44C7-9C4E-6C64AD120F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8869" y="2623213"/>
            <a:ext cx="394447" cy="38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1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203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Aharoni</vt:lpstr>
      <vt:lpstr>Arial</vt:lpstr>
      <vt:lpstr>Arial Rounded MT Bold</vt:lpstr>
      <vt:lpstr>Calibri</vt:lpstr>
      <vt:lpstr>Calibri Light</vt:lpstr>
      <vt:lpstr>Edwardian Script ITC</vt:lpstr>
      <vt:lpstr>Gigi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37</cp:revision>
  <dcterms:created xsi:type="dcterms:W3CDTF">2025-09-23T12:51:11Z</dcterms:created>
  <dcterms:modified xsi:type="dcterms:W3CDTF">2025-09-27T13:56:15Z</dcterms:modified>
</cp:coreProperties>
</file>